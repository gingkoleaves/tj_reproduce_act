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104380" cy="1023493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SimSun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SimSun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SimSun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SimSun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SimSun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SimSun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SimSun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SimSun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8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pPr fontAlgn="auto"/>
            <a:fld id="{0F9B84EA-7D68-4D60-9CB1-D50884785D1C}" type="datetimeFigureOut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pPr fontAlgn="auto"/>
            <a:fld id="{8D4E0FC9-F1F8-4FAE-9988-3BA365CFD46F}" type="slidenum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6C8D182-E4C8-4120-9249-FC9774456FF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5D0DACE-38E0-42D2-9336-2B707D34BC6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单击此处添加标题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单击此处添加副标题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388"/>
            <a:ext cx="9144000" cy="2187575"/>
          </a:xfrm>
        </p:spPr>
        <p:txBody>
          <a:bodyPr anchor="b"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6000" b="0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ACT</a:t>
            </a:r>
            <a:r>
              <a:rPr kumimoji="0" lang="zh-CN" altLang="en-US" sz="6000" b="0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复现</a:t>
            </a:r>
            <a:endParaRPr kumimoji="0" lang="zh-CN" altLang="en-US" sz="6000" b="0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098" name="副标题 4"/>
          <p:cNvSpPr>
            <a:spLocks noGrp="1"/>
          </p:cNvSpPr>
          <p:nvPr>
            <p:ph type="subTitle" idx="1" hasCustomPrompt="1"/>
          </p:nvPr>
        </p:nvSpPr>
        <p:spPr/>
        <p:txBody>
          <a:bodyPr vert="horz" lIns="91440" tIns="45720" rIns="91440" bIns="45720" anchor="t" anchorCtr="0"/>
          <a:p>
            <a:pPr defTabSz="914400">
              <a:buClrTx/>
              <a:buSzTx/>
            </a:pPr>
            <a:r>
              <a:rPr lang="en-US" altLang="zh-CN" kern="1200">
                <a:solidFill>
                  <a:srgbClr val="404040"/>
                </a:solidFill>
                <a:latin typeface="Calibri Light" charset="0"/>
                <a:ea typeface="+mn-ea"/>
                <a:cs typeface="+mn-cs"/>
              </a:rPr>
              <a:t>2026</a:t>
            </a:r>
            <a:r>
              <a:rPr lang="zh-CN" altLang="en-US" kern="1200">
                <a:solidFill>
                  <a:srgbClr val="404040"/>
                </a:solidFill>
                <a:latin typeface="Calibri Light" charset="0"/>
                <a:ea typeface="+mn-ea"/>
                <a:cs typeface="+mn-cs"/>
              </a:rPr>
              <a:t>年</a:t>
            </a:r>
            <a:r>
              <a:rPr lang="en-US" altLang="zh-CN" kern="1200">
                <a:solidFill>
                  <a:srgbClr val="404040"/>
                </a:solidFill>
                <a:latin typeface="Calibri Light" charset="0"/>
                <a:ea typeface="+mn-ea"/>
                <a:cs typeface="+mn-cs"/>
              </a:rPr>
              <a:t>8</a:t>
            </a:r>
            <a:r>
              <a:rPr lang="zh-CN" altLang="en-US" kern="1200">
                <a:solidFill>
                  <a:srgbClr val="404040"/>
                </a:solidFill>
                <a:latin typeface="Calibri Light" charset="0"/>
                <a:ea typeface="+mn-ea"/>
                <a:cs typeface="+mn-cs"/>
              </a:rPr>
              <a:t>月</a:t>
            </a:r>
            <a:r>
              <a:rPr lang="en-US" altLang="zh-CN" kern="1200">
                <a:solidFill>
                  <a:srgbClr val="404040"/>
                </a:solidFill>
                <a:latin typeface="Calibri Light" charset="0"/>
                <a:ea typeface="+mn-ea"/>
                <a:cs typeface="+mn-cs"/>
              </a:rPr>
              <a:t>3</a:t>
            </a:r>
            <a:r>
              <a:rPr lang="zh-CN" altLang="en-US" kern="1200">
                <a:solidFill>
                  <a:srgbClr val="404040"/>
                </a:solidFill>
                <a:latin typeface="Calibri Light" charset="0"/>
                <a:ea typeface="+mn-ea"/>
                <a:cs typeface="+mn-cs"/>
              </a:rPr>
              <a:t>日</a:t>
            </a:r>
            <a:endParaRPr lang="zh-CN" altLang="en-US" kern="1200">
              <a:solidFill>
                <a:srgbClr val="404040"/>
              </a:solidFill>
              <a:latin typeface="Calibri Light" charset="0"/>
              <a:ea typeface="+mn-ea"/>
              <a:cs typeface="+mn-cs"/>
            </a:endParaRPr>
          </a:p>
          <a:p>
            <a:pPr defTabSz="914400">
              <a:buClrTx/>
              <a:buSzTx/>
            </a:pPr>
            <a:r>
              <a:rPr lang="zh-CN" altLang="en-US" kern="1200">
                <a:solidFill>
                  <a:srgbClr val="404040"/>
                </a:solidFill>
                <a:latin typeface="Calibri Light" charset="0"/>
                <a:ea typeface="+mn-ea"/>
                <a:cs typeface="+mn-cs"/>
              </a:rPr>
              <a:t>庄子硕</a:t>
            </a:r>
            <a:endParaRPr lang="zh-CN" altLang="en-US" kern="1200">
              <a:solidFill>
                <a:srgbClr val="404040"/>
              </a:solidFill>
              <a:latin typeface="Calibri Light" charset="0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95" y="4352290"/>
            <a:ext cx="7663180" cy="2081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目录</a:t>
            </a:r>
            <a:endParaRPr kumimoji="0" lang="en-US" altLang="zh-CN" sz="4400" b="0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122" name="内容占位符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defTabSz="914400"/>
            <a:r>
              <a:rPr lang="zh-CN" altLang="en-US" sz="28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一、前期准备</a:t>
            </a:r>
            <a:endParaRPr lang="zh-CN" altLang="en-US" sz="28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zh-CN" altLang="en-US" sz="28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二、复现流程</a:t>
            </a:r>
            <a:endParaRPr lang="zh-CN" altLang="en-US" sz="28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zh-CN" altLang="en-US" sz="28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三、问题</a:t>
            </a:r>
            <a:endParaRPr lang="zh-CN" altLang="en-US" sz="28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zh-CN" altLang="en-US" sz="28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四、总结</a:t>
            </a:r>
            <a:endParaRPr lang="zh-CN" altLang="en-US" sz="28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4505" y="513715"/>
            <a:ext cx="4754245" cy="6112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一、前期准备</a:t>
            </a:r>
            <a:endParaRPr kumimoji="0" lang="zh-CN" altLang="en-US" sz="4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146" name="内容占位符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重新看一遍论文的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method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部分，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debug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跟随原模型的流程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下载仿真数据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[https://drive.google.com/drive/folders/1gPR03v05S1xiInoVJn7G7VJ9pDCnxq9O?usp=share_link]</a:t>
            </a:r>
            <a:endParaRPr lang="en-US" altLang="zh-CN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按照原仓库的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readme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配环境运行成功，但是由于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5090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无法使用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python-3.8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对应的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torch-2.4,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重建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python-3.10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配合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torch-2.13</a:t>
            </a:r>
            <a:endParaRPr lang="en-US" altLang="zh-CN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学习原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repo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hdf5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加载，配合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dataloader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dataset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构建训练集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/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验证集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dataload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流程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二、复现流程</a:t>
            </a:r>
            <a:endParaRPr kumimoji="0" lang="zh-CN" altLang="en-US" sz="4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170" name="内容占位符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在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models/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下参考原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repo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复现，分为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2d-pos-emb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vision-encoder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transformer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和顶端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vae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模块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其中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transformer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使用之前的复现实现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结果如下：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transfer cube 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成功率94%，与原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repo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描述90%左右匹配: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insertion 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成功率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18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%，与原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repo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描述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50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%有差距: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但是实测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repo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的成功率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24%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，差距不大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lvl="1" defTabSz="914400"/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lvl="0"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均采用原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repo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README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中的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2000 epoch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配置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2765" y="4000500"/>
            <a:ext cx="4602480" cy="2236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三、问题</a:t>
            </a:r>
            <a:endParaRPr kumimoji="0" lang="zh-CN" altLang="en-US" sz="4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8194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1304588" cy="4351338"/>
          </a:xfrm>
        </p:spPr>
        <p:txBody>
          <a:bodyPr vert="horz" lIns="91440" tIns="45720" rIns="91440" bIns="45720" anchor="t" anchorCtr="0"/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原实现提供了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norm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不同顺序的实现【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post-norm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pre-norm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，决定先进行残差和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sublayer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还是先进行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batch-norm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】，使用原始实现的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post-norm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【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pre-norm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在后续工作中被提出，更稳定】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固定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batch-norm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使用的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mean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var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，是为了防止小样本训练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[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本训练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]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方差大，于是决定沿用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resnet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的样本数据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decoder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只过了一层，拿出来后给两个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mlp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分别解码14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d action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padding；decoder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实际使用的是可学习的位置编码只是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tgt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为0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pos-emb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只给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query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key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加，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不加；有1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d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和2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d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两个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pos-emb，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前者固定编码了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cls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joints、action-seq，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后者只为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image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编码，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joints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z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用可学习向量做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pos-emb</a:t>
            </a:r>
            <a:endParaRPr lang="en-US" altLang="zh-CN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即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image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2d pos-emb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vision-encoder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1d pos-emb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transformer-encoder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joint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z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风格向量的可学习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pos-emb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transformer-decoder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的若干个可学习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pos-emb</a:t>
            </a:r>
            <a:endParaRPr lang="en-US" altLang="zh-CN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训练时使用真实的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padding，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推理时默认全部执行[指数加权]，所以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实际上没有使用到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四、总结</a:t>
            </a:r>
            <a:endParaRPr kumimoji="0" lang="zh-CN" altLang="en-US" sz="4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9218" name="内容占位符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defTabSz="914400"/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1.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深入了解了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ACT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结构、和内部的若干细节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defTabSz="914400"/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2.</a:t>
            </a:r>
            <a:r>
              <a:rPr 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了解了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Mujoco</a:t>
            </a: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仿真的大致流程，通过检测物体碰撞实现分阶段奖励评估；并允许渲染从而生成视频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buNone/>
            </a:pP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References</a:t>
            </a:r>
            <a:endParaRPr kumimoji="0" lang="en-US" altLang="zh-CN" sz="4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defTabSz="914400"/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SimSun" pitchFamily="2" charset="-122"/>
              </a:rPr>
              <a:t>过程和结果见：</a:t>
            </a:r>
            <a:r>
              <a:rPr lang="en-US" altLang="zh-CN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https://github.com/Gingkoleaves/TJ_Reproduce_ACT.git</a:t>
            </a:r>
            <a:endParaRPr lang="en-US" altLang="zh-CN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</Words>
  <Application>WPS 演示</Application>
  <PresentationFormat>宽屏</PresentationFormat>
  <Paragraphs>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Trebuchet MS</vt:lpstr>
      <vt:lpstr>Noto Serif CJK SC</vt:lpstr>
      <vt:lpstr>Calibri Light</vt:lpstr>
      <vt:lpstr>Microsoft YaHei</vt:lpstr>
      <vt:lpstr>文泉驿正黑</vt:lpstr>
      <vt:lpstr>Arial Unicode MS</vt:lpstr>
      <vt:lpstr>SimSun</vt:lpstr>
      <vt:lpstr>WPS</vt:lpstr>
      <vt:lpstr>ACT复现</vt:lpstr>
      <vt:lpstr>目录</vt:lpstr>
      <vt:lpstr>一、前期准备</vt:lpstr>
      <vt:lpstr>二、复现流程</vt:lpstr>
      <vt:lpstr>三、问题</vt:lpstr>
      <vt:lpstr>四、总结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gingkoleaves</cp:lastModifiedBy>
  <cp:revision>46</cp:revision>
  <dcterms:created xsi:type="dcterms:W3CDTF">2026-08-04T10:48:52Z</dcterms:created>
  <dcterms:modified xsi:type="dcterms:W3CDTF">2026-08-04T10:48:52Z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2052-12.1.2.25882</vt:lpwstr>
  </property>
  <property fmtid="{D5CDD505-2E9C-101B-9397-08002B2CF9AE}" pid="3" name="ICV">
    <vt:lpwstr>340C370241C6A9252BBD716A4BD9A0A9_42</vt:lpwstr>
  </property>
</Properties>
</file>